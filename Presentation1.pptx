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Arul J" userId="9a5366b2b7ae7ba1" providerId="LiveId" clId="{36035A36-BF9E-4807-B76A-6430E4BB3E8F}"/>
    <pc:docChg chg="custSel addSld delSld modSld">
      <pc:chgData name="Sri Arul J" userId="9a5366b2b7ae7ba1" providerId="LiveId" clId="{36035A36-BF9E-4807-B76A-6430E4BB3E8F}" dt="2025-11-18T16:51:08.931" v="487" actId="20577"/>
      <pc:docMkLst>
        <pc:docMk/>
      </pc:docMkLst>
      <pc:sldChg chg="del">
        <pc:chgData name="Sri Arul J" userId="9a5366b2b7ae7ba1" providerId="LiveId" clId="{36035A36-BF9E-4807-B76A-6430E4BB3E8F}" dt="2025-11-18T15:55:55.187" v="125" actId="2696"/>
        <pc:sldMkLst>
          <pc:docMk/>
          <pc:sldMk cId="577894287" sldId="256"/>
        </pc:sldMkLst>
      </pc:sldChg>
      <pc:sldChg chg="modSp mod">
        <pc:chgData name="Sri Arul J" userId="9a5366b2b7ae7ba1" providerId="LiveId" clId="{36035A36-BF9E-4807-B76A-6430E4BB3E8F}" dt="2025-11-18T16:51:08.931" v="487" actId="20577"/>
        <pc:sldMkLst>
          <pc:docMk/>
          <pc:sldMk cId="328140363" sldId="257"/>
        </pc:sldMkLst>
        <pc:spChg chg="mod">
          <ac:chgData name="Sri Arul J" userId="9a5366b2b7ae7ba1" providerId="LiveId" clId="{36035A36-BF9E-4807-B76A-6430E4BB3E8F}" dt="2025-11-18T15:46:53.867" v="46" actId="20577"/>
          <ac:spMkLst>
            <pc:docMk/>
            <pc:sldMk cId="328140363" sldId="257"/>
            <ac:spMk id="2" creationId="{3225395D-2D8F-F6CD-49C8-7FC254554031}"/>
          </ac:spMkLst>
        </pc:spChg>
        <pc:spChg chg="mod">
          <ac:chgData name="Sri Arul J" userId="9a5366b2b7ae7ba1" providerId="LiveId" clId="{36035A36-BF9E-4807-B76A-6430E4BB3E8F}" dt="2025-11-18T16:51:08.931" v="487" actId="20577"/>
          <ac:spMkLst>
            <pc:docMk/>
            <pc:sldMk cId="328140363" sldId="257"/>
            <ac:spMk id="3" creationId="{2FA9746A-FFB3-C79E-D6B0-08746CC877A6}"/>
          </ac:spMkLst>
        </pc:spChg>
      </pc:sldChg>
      <pc:sldChg chg="modSp del mod">
        <pc:chgData name="Sri Arul J" userId="9a5366b2b7ae7ba1" providerId="LiveId" clId="{36035A36-BF9E-4807-B76A-6430E4BB3E8F}" dt="2025-11-18T16:44:18.594" v="389" actId="2696"/>
        <pc:sldMkLst>
          <pc:docMk/>
          <pc:sldMk cId="2475331937" sldId="259"/>
        </pc:sldMkLst>
        <pc:spChg chg="mod">
          <ac:chgData name="Sri Arul J" userId="9a5366b2b7ae7ba1" providerId="LiveId" clId="{36035A36-BF9E-4807-B76A-6430E4BB3E8F}" dt="2025-11-18T16:43:56.921" v="388" actId="20577"/>
          <ac:spMkLst>
            <pc:docMk/>
            <pc:sldMk cId="2475331937" sldId="259"/>
            <ac:spMk id="3" creationId="{6FBA9B10-F7D3-26D2-01EF-162C9B720541}"/>
          </ac:spMkLst>
        </pc:spChg>
      </pc:sldChg>
      <pc:sldChg chg="modSp mod">
        <pc:chgData name="Sri Arul J" userId="9a5366b2b7ae7ba1" providerId="LiveId" clId="{36035A36-BF9E-4807-B76A-6430E4BB3E8F}" dt="2025-11-18T15:55:15.612" v="124" actId="20577"/>
        <pc:sldMkLst>
          <pc:docMk/>
          <pc:sldMk cId="4023576790" sldId="260"/>
        </pc:sldMkLst>
        <pc:spChg chg="mod">
          <ac:chgData name="Sri Arul J" userId="9a5366b2b7ae7ba1" providerId="LiveId" clId="{36035A36-BF9E-4807-B76A-6430E4BB3E8F}" dt="2025-11-18T15:55:15.612" v="124" actId="20577"/>
          <ac:spMkLst>
            <pc:docMk/>
            <pc:sldMk cId="4023576790" sldId="260"/>
            <ac:spMk id="3" creationId="{1A926A0F-4E34-2E99-8FAC-5BEAE938D140}"/>
          </ac:spMkLst>
        </pc:spChg>
      </pc:sldChg>
      <pc:sldChg chg="delSp modSp new mod">
        <pc:chgData name="Sri Arul J" userId="9a5366b2b7ae7ba1" providerId="LiveId" clId="{36035A36-BF9E-4807-B76A-6430E4BB3E8F}" dt="2025-11-18T15:56:13.995" v="131" actId="20577"/>
        <pc:sldMkLst>
          <pc:docMk/>
          <pc:sldMk cId="1863906873" sldId="261"/>
        </pc:sldMkLst>
        <pc:spChg chg="mod">
          <ac:chgData name="Sri Arul J" userId="9a5366b2b7ae7ba1" providerId="LiveId" clId="{36035A36-BF9E-4807-B76A-6430E4BB3E8F}" dt="2025-11-18T15:56:13.995" v="131" actId="20577"/>
          <ac:spMkLst>
            <pc:docMk/>
            <pc:sldMk cId="1863906873" sldId="261"/>
            <ac:spMk id="2" creationId="{84E0D38D-C4FB-E5BB-7345-614D74A96139}"/>
          </ac:spMkLst>
        </pc:spChg>
        <pc:spChg chg="del">
          <ac:chgData name="Sri Arul J" userId="9a5366b2b7ae7ba1" providerId="LiveId" clId="{36035A36-BF9E-4807-B76A-6430E4BB3E8F}" dt="2025-11-18T15:46:27.419" v="34" actId="478"/>
          <ac:spMkLst>
            <pc:docMk/>
            <pc:sldMk cId="1863906873" sldId="261"/>
            <ac:spMk id="3" creationId="{C0BD77AC-DDCE-9B26-D248-AC06EE7AC4B8}"/>
          </ac:spMkLst>
        </pc:spChg>
        <pc:spChg chg="mod">
          <ac:chgData name="Sri Arul J" userId="9a5366b2b7ae7ba1" providerId="LiveId" clId="{36035A36-BF9E-4807-B76A-6430E4BB3E8F}" dt="2025-11-18T15:46:41.682" v="36" actId="14100"/>
          <ac:spMkLst>
            <pc:docMk/>
            <pc:sldMk cId="1863906873" sldId="261"/>
            <ac:spMk id="4" creationId="{EC72E7C0-E76D-0E13-4CD7-6E5F29D9BEDF}"/>
          </ac:spMkLst>
        </pc:spChg>
      </pc:sldChg>
      <pc:sldChg chg="modSp new mod">
        <pc:chgData name="Sri Arul J" userId="9a5366b2b7ae7ba1" providerId="LiveId" clId="{36035A36-BF9E-4807-B76A-6430E4BB3E8F}" dt="2025-11-18T16:45:13.332" v="400" actId="122"/>
        <pc:sldMkLst>
          <pc:docMk/>
          <pc:sldMk cId="343649977" sldId="262"/>
        </pc:sldMkLst>
        <pc:spChg chg="mod">
          <ac:chgData name="Sri Arul J" userId="9a5366b2b7ae7ba1" providerId="LiveId" clId="{36035A36-BF9E-4807-B76A-6430E4BB3E8F}" dt="2025-11-18T16:45:13.332" v="400" actId="122"/>
          <ac:spMkLst>
            <pc:docMk/>
            <pc:sldMk cId="343649977" sldId="262"/>
            <ac:spMk id="2" creationId="{A6124AD4-2695-DECC-90C1-B2AE00C632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199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1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0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57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9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33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64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43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4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6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53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8FAF441-D259-478F-ABEE-839BDE3A080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FC472-CFAF-4B43-98CF-9E6B7329C7E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63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D38D-C4FB-E5BB-7345-614D74A9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Strategy Design Pattern-Java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2E7C0-E76D-0E13-4CD7-6E5F29D9B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8928" y="4227871"/>
            <a:ext cx="2886751" cy="1641224"/>
          </a:xfrm>
        </p:spPr>
        <p:txBody>
          <a:bodyPr/>
          <a:lstStyle/>
          <a:p>
            <a:r>
              <a:rPr lang="en-US" b="1" dirty="0"/>
              <a:t>Presented By</a:t>
            </a:r>
          </a:p>
          <a:p>
            <a:r>
              <a:rPr lang="en-US" dirty="0"/>
              <a:t>       Sri Arul 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90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395D-2D8F-F6CD-49C8-7FC25455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Strategy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746A-FFB3-C79E-D6B0-08746CC8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Strategy Pattern allows you to define a family of algorithms, put each of them in a separate class, and make their objects interchangeable.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Instead of writing many if-else or switch statements to choose behavior, we separate the behavior into different classes.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called as behavior design pattern.</a:t>
            </a:r>
          </a:p>
          <a:p>
            <a:pPr marL="0" indent="0">
              <a:buNone/>
            </a:pPr>
            <a:r>
              <a:rPr lang="en-US" b="1" dirty="0"/>
              <a:t>Components of Strategy Pattern:</a:t>
            </a:r>
          </a:p>
          <a:p>
            <a:pPr marL="0" indent="0">
              <a:buNone/>
            </a:pPr>
            <a:r>
              <a:rPr lang="en-US" dirty="0"/>
              <a:t>	1. Strategy Interface – defines the behavior</a:t>
            </a:r>
          </a:p>
          <a:p>
            <a:pPr marL="0" indent="0">
              <a:buNone/>
            </a:pPr>
            <a:r>
              <a:rPr lang="en-US" dirty="0"/>
              <a:t>	2. Concrete Strategies – different implementations</a:t>
            </a:r>
          </a:p>
          <a:p>
            <a:pPr marL="0" indent="0">
              <a:buNone/>
            </a:pPr>
            <a:r>
              <a:rPr lang="en-US" dirty="0"/>
              <a:t>	3. Context Class – uses a strategy to perform operations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4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9A31-CF71-5B9E-E91F-11FC90D5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Strategy Pattern?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F413-B473-1B43-9C52-F28916BFC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change the behavior of an object at runtime.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avoid large if-else blocks.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make code flexible, maintainable, and extensible.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follow SOLID principles (especially Open/Closed Principle).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36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B4B3-447D-FA7F-2CB8-88E3A31C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Example: Payment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26A0F-4E34-2E99-8FAC-5BEAE938D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have a shopping app. A customer can choose:</a:t>
            </a:r>
          </a:p>
          <a:p>
            <a:pPr marL="0" indent="0">
              <a:buNone/>
            </a:pPr>
            <a:r>
              <a:rPr lang="en-US" dirty="0"/>
              <a:t>       1.Pay By UPI</a:t>
            </a:r>
          </a:p>
          <a:p>
            <a:pPr marL="0" indent="0">
              <a:buNone/>
            </a:pPr>
            <a:r>
              <a:rPr lang="en-US" dirty="0"/>
              <a:t>       2.Pay By Credit Card</a:t>
            </a:r>
          </a:p>
          <a:p>
            <a:pPr marL="0" indent="0">
              <a:buNone/>
            </a:pPr>
            <a:r>
              <a:rPr lang="en-US" dirty="0"/>
              <a:t>       3.Pay By PayPal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payment method is a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57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4AD4-2695-DECC-90C1-B2AE00C6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6499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</TotalTime>
  <Words>191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Retrospect</vt:lpstr>
      <vt:lpstr>Strategy Design Pattern-Java</vt:lpstr>
      <vt:lpstr>What is Strategy Design Pattern</vt:lpstr>
      <vt:lpstr>Why do we use Strategy Pattern?</vt:lpstr>
      <vt:lpstr>Java Example: Payment Strategy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Arul J</dc:creator>
  <cp:lastModifiedBy>Sri Arul J</cp:lastModifiedBy>
  <cp:revision>1</cp:revision>
  <dcterms:created xsi:type="dcterms:W3CDTF">2025-11-18T14:02:45Z</dcterms:created>
  <dcterms:modified xsi:type="dcterms:W3CDTF">2025-11-18T16:53:55Z</dcterms:modified>
</cp:coreProperties>
</file>